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9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18AF6-8E96-4C13-9D08-92D1BF7E144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18BEC-770C-4994-AFB6-EA27763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5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D70C-C875-7CF5-FBF9-48120A3AD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BB491-AF14-C3D3-416C-96E1601BF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527D2-F0C9-A47B-DFEB-AEE69244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DFA3A-DA26-12D8-7420-345204CD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4C295-1410-2D50-2A07-4C3C7C09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3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ACCB-1B92-89AF-2F61-8046808C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18376-7674-368A-F04C-02B27381E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5AAEA-946B-A351-37B0-3FB6C2ED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DD918-92A9-7B45-E020-46D26072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35463-A05A-D5EB-E74F-CACCDA2B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BD08-F1A1-0156-488B-68FC718E8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B5631-B992-9ACF-3C53-94DB6E77D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DFC3-35C9-E135-239F-A03319FD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AEF79-01EE-375F-A2F3-3D7C4D59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04049-BAF5-A4B7-D253-F6D4BE4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75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F5E2-B35C-70D4-7839-0C26D6F1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7FD4D-5314-8CE9-EFE8-6903F2067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2CD21-C093-63DD-F5EC-31D243848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962EB-3DD9-E477-240A-17F656AE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E874B-B7D7-BA6C-80FE-A6EF237FB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5F777-87E0-8736-4BD2-6A675038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93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4817-6548-66A4-55CE-D1A52226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43D61-AE6A-C0B4-18D0-D404511C3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D4B70-153B-2764-516D-228C4209B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2A66E-B88B-4EB2-E8D4-29963BCBE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8E650-154F-23EB-8D4E-DE9786073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38A9B-E281-B20E-CD2E-8917ED1E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72654-3C1A-B673-6D53-76D2969E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0862A-D04D-F580-ED75-3A3212AF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94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2CB0-6E23-E0C6-11E6-A647BDD2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7F431-E297-818C-E973-5BEE8866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6618C-A042-BA51-CB9B-84FD4BBE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370E3-569E-E467-0AAC-F6663584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26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81842-EA7B-CCB6-6E85-B9CDFCC3E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B7DC3-472A-3566-E5D0-2E71E9F4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D5C35-F3D3-2BFE-10B1-8702D2E0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4163-5619-D2C4-8A06-DBB05A73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0D1A-D6BE-A61F-BE21-DB62AC7F7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137D0-54CF-53CB-B5C3-0AE793694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8D38D-72D7-09C3-1EF9-468A2DAB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161C5-E899-D491-00AD-3B75C416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D05D3-2AC8-BF53-8E4B-B434487D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50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4BAA-0B44-C0B9-4591-65F40248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C3AF0-B2DE-6889-8A01-6ECD1ED04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D54B2-18DD-43EF-FA39-2A56C49EF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F5C36-304B-1FC3-5636-AD4D3570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1D005-865B-3DBC-02DD-F2FDCF2E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611F8-4D3F-D108-079F-7935173F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2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C75C-C82E-2898-44FE-BB94F652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FE0EF-7E8B-0E71-114A-B4C9FC94C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0D2B3-3FEE-20C8-377F-EB880AA2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F097-C3B6-9378-7286-A7381CD0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A56BE-0F8C-288E-C07B-44451C39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0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9CD55-420D-4C63-3968-5002FE92F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DA09F-2743-3576-4340-36326E6E8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95109-3EE4-BFE0-788C-97963169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C9E0-EA07-7D54-8448-14F108C6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5749B-4A00-B6E2-A591-E3D21B4E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57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287C9-D92E-9706-4B99-28C5B88A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54B7E-45B1-1999-32C6-ED08D2399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DC96F-3977-B220-9585-D2CC59D5B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5E8CF-AA82-419E-A6DE-51A03360BA0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5C83B-C9B7-4FD4-168A-D27387797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B7538-760F-314C-7711-B8BD66E6E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ACA63-4059-479A-88D6-C329FBEF7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78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0485-62CB-3AFD-FCD2-359663FE7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148888" cy="1349375"/>
          </a:xfrm>
        </p:spPr>
        <p:txBody>
          <a:bodyPr>
            <a:normAutofit/>
          </a:bodyPr>
          <a:lstStyle/>
          <a:p>
            <a:r>
              <a:rPr lang="en-US" sz="4400" dirty="0"/>
              <a:t>Test Automation Tool Principals in general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C4195-FE12-3A8E-0701-9C82DFF25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2162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Support of modern web browser &amp; platform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Support of modern language binding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Support of modern web application tech stack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Support of extendibility by 3</a:t>
            </a:r>
            <a:r>
              <a:rPr lang="en-US" baseline="30000" dirty="0"/>
              <a:t>rd</a:t>
            </a:r>
            <a:r>
              <a:rPr lang="en-US" dirty="0"/>
              <a:t> parties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15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0ED4-C9C6-7967-D9E0-B5749F70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B1AAF-8FE1-24D1-0338-6CBD3D292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Playwright is a node library which is provide a high-level API control Chrome, Firefox and </a:t>
            </a:r>
            <a:r>
              <a:rPr lang="en-US" dirty="0" err="1"/>
              <a:t>Webkit</a:t>
            </a:r>
            <a:r>
              <a:rPr lang="en-US" dirty="0"/>
              <a:t> with single API</a:t>
            </a:r>
          </a:p>
          <a:p>
            <a:endParaRPr lang="en-US" dirty="0"/>
          </a:p>
          <a:p>
            <a:r>
              <a:rPr lang="en-US" dirty="0"/>
              <a:t>Playwright Browser run headless by default, but can be configured to run in headful mode along with various modes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31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5414-0EB5-7B8B-1B28-F1CD8629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Playwright Now Support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B67F-26FE-A663-EAB6-FF3F8F6E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And Type Script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221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E7A0-6623-720D-5D01-7CA0BE28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More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153BB-7791-AA2B-0B32-C02FAE2A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 wait  -- waits automatically for the controls to be available</a:t>
            </a:r>
          </a:p>
          <a:p>
            <a:r>
              <a:rPr lang="en-US" dirty="0"/>
              <a:t>Scenario    --That span multiple page , frames and domain</a:t>
            </a:r>
          </a:p>
          <a:p>
            <a:r>
              <a:rPr lang="en-US" dirty="0"/>
              <a:t>Intercept   -- Network activity and perform stubbing</a:t>
            </a:r>
          </a:p>
          <a:p>
            <a:r>
              <a:rPr lang="en-US" dirty="0"/>
              <a:t>Create       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922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Test Automation Tool Principals in general</vt:lpstr>
      <vt:lpstr>Introduction</vt:lpstr>
      <vt:lpstr>Playwright Now Support</vt:lpstr>
      <vt:lpstr>What’s More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2025-11-28T13:04:09Z</dcterms:created>
  <dcterms:modified xsi:type="dcterms:W3CDTF">2025-11-28T13:04:12Z</dcterms:modified>
</cp:coreProperties>
</file>